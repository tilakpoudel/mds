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Logistic Regression Analysis: Pima Indians Diabetes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 End-to-End Predictive Machine Learning Pipeline</a:t>
            </a:r>
            <a:br/>
            <a:br/>
            <a:r>
              <a:rPr/>
              <a:t>Tilak Poudel | MDS 3rd sem, Roll no. 36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2026-05-19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Logistic Regression Analysis: Pima Indians Diabetes</dc:title>
  <dc:creator>Tilak Poudel | MDS 3rd sem, Roll no. 36</dc:creator>
  <cp:keywords/>
  <dcterms:created xsi:type="dcterms:W3CDTF">2026-05-19T10:20:11Z</dcterms:created>
  <dcterms:modified xsi:type="dcterms:W3CDTF">2026-05-19T10:20:11Z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2026-05-19</vt:lpwstr>
  </property>
  <property fmtid="{D5CDD505-2E9C-101B-9397-08002B2CF9AE}" pid="3" name="output">
    <vt:lpwstr/>
  </property>
  <property fmtid="{D5CDD505-2E9C-101B-9397-08002B2CF9AE}" pid="4" name="subtitle">
    <vt:lpwstr>An End-to-End Predictive Machine Learning Pipeline</vt:lpwstr>
  </property>
</Properties>
</file>